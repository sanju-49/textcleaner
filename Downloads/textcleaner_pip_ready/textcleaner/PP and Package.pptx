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>
      <p:cViewPr varScale="1">
        <p:scale>
          <a:sx n="90" d="100"/>
          <a:sy n="90" d="100"/>
        </p:scale>
        <p:origin x="403" y="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4/9/2025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4/9/2025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anju-49/textcleaner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93998" y="3005665"/>
            <a:ext cx="6815669" cy="1515533"/>
          </a:xfrm>
        </p:spPr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Parallel Processing in Python &amp; Python Package Development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92557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2268" y="1079498"/>
            <a:ext cx="9601196" cy="1303867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What is Parallel </a:t>
            </a:r>
            <a:r>
              <a:rPr lang="en-IN" b="1" dirty="0" smtClean="0"/>
              <a:t>Processing</a:t>
            </a:r>
            <a:r>
              <a:rPr lang="en-IN" b="1" dirty="0"/>
              <a:t> </a:t>
            </a:r>
            <a:r>
              <a:rPr lang="en-IN" b="1" dirty="0" smtClean="0"/>
              <a:t>and Sequential Processing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Parallel: </a:t>
            </a:r>
            <a:r>
              <a:rPr lang="en-US" dirty="0"/>
              <a:t>Parallel</a:t>
            </a:r>
            <a:r>
              <a:rPr lang="en-US" dirty="0" smtClean="0"/>
              <a:t> </a:t>
            </a:r>
            <a:r>
              <a:rPr lang="en-US" dirty="0"/>
              <a:t>processing is a computing technique when multiple streams of calculations or data processing tasks co-occur through numerous central processing units (CPUs) working concurrently</a:t>
            </a:r>
            <a:r>
              <a:rPr lang="en-US" dirty="0" smtClean="0"/>
              <a:t>.</a:t>
            </a:r>
          </a:p>
          <a:p>
            <a:r>
              <a:rPr lang="en-US" dirty="0" smtClean="0"/>
              <a:t> Sequential</a:t>
            </a:r>
            <a:r>
              <a:rPr lang="en-US" dirty="0"/>
              <a:t>: </a:t>
            </a:r>
            <a:r>
              <a:rPr lang="en-US" dirty="0"/>
              <a:t> </a:t>
            </a:r>
            <a:r>
              <a:rPr lang="en-US" dirty="0" smtClean="0"/>
              <a:t>Sequential </a:t>
            </a:r>
            <a:r>
              <a:rPr lang="en-US" dirty="0"/>
              <a:t>processing refers to the systematic handling of data one record or item at a time. It allows for the examination, transformation, and manipulation of data in a specific order, enabling meaningful insights and results to be derived.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6636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Use Parallel Processing?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800" dirty="0"/>
              <a:t>Benefits:</a:t>
            </a:r>
          </a:p>
          <a:p>
            <a:pPr lvl="1"/>
            <a:r>
              <a:rPr lang="en-US" sz="2400" dirty="0"/>
              <a:t>Faster execution</a:t>
            </a:r>
          </a:p>
          <a:p>
            <a:pPr lvl="1"/>
            <a:r>
              <a:rPr lang="en-US" sz="2400" dirty="0"/>
              <a:t>Efficient CPU utilization</a:t>
            </a:r>
          </a:p>
          <a:p>
            <a:r>
              <a:rPr lang="en-US" sz="2800" dirty="0"/>
              <a:t>Applications:</a:t>
            </a:r>
          </a:p>
          <a:p>
            <a:pPr lvl="1"/>
            <a:r>
              <a:rPr lang="en-US" sz="2400" dirty="0"/>
              <a:t>Large-scale data processing</a:t>
            </a:r>
          </a:p>
          <a:p>
            <a:pPr lvl="1"/>
            <a:r>
              <a:rPr lang="en-US" sz="2400" dirty="0"/>
              <a:t>Image/video rendering</a:t>
            </a:r>
          </a:p>
          <a:p>
            <a:pPr lvl="1"/>
            <a:r>
              <a:rPr lang="en-US" sz="2400" dirty="0"/>
              <a:t>Machine learning training</a:t>
            </a:r>
          </a:p>
        </p:txBody>
      </p:sp>
    </p:spTree>
    <p:extLst>
      <p:ext uri="{BB962C8B-B14F-4D97-AF65-F5344CB8AC3E}">
        <p14:creationId xmlns:p14="http://schemas.microsoft.com/office/powerpoint/2010/main" val="2253449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Python Libraries for Parallelism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threading – Lightweight, shared </a:t>
            </a:r>
            <a:r>
              <a:rPr lang="en-US" dirty="0" smtClean="0"/>
              <a:t>memory</a:t>
            </a:r>
          </a:p>
          <a:p>
            <a:r>
              <a:rPr lang="en-US" dirty="0" smtClean="0"/>
              <a:t>multiprocessing </a:t>
            </a:r>
            <a:r>
              <a:rPr lang="en-US" dirty="0"/>
              <a:t>– True parallelism, separate </a:t>
            </a:r>
            <a:r>
              <a:rPr lang="en-US" dirty="0" smtClean="0"/>
              <a:t>memory</a:t>
            </a:r>
          </a:p>
          <a:p>
            <a:r>
              <a:rPr lang="en-US" dirty="0" err="1" smtClean="0"/>
              <a:t>concurrent.futures</a:t>
            </a:r>
            <a:r>
              <a:rPr lang="en-US" dirty="0" smtClean="0"/>
              <a:t> </a:t>
            </a:r>
            <a:r>
              <a:rPr lang="en-US" dirty="0"/>
              <a:t>– High-level </a:t>
            </a:r>
            <a:r>
              <a:rPr lang="en-US" dirty="0" err="1"/>
              <a:t>async</a:t>
            </a:r>
            <a:r>
              <a:rPr lang="en-US" dirty="0"/>
              <a:t> </a:t>
            </a:r>
            <a:r>
              <a:rPr lang="en-US" dirty="0" smtClean="0"/>
              <a:t>execution</a:t>
            </a:r>
          </a:p>
          <a:p>
            <a:r>
              <a:rPr lang="en-US" dirty="0" err="1" smtClean="0"/>
              <a:t>joblib</a:t>
            </a:r>
            <a:r>
              <a:rPr lang="en-US" dirty="0"/>
              <a:t>, </a:t>
            </a:r>
            <a:r>
              <a:rPr lang="en-US" dirty="0" err="1"/>
              <a:t>dask</a:t>
            </a:r>
            <a:r>
              <a:rPr lang="en-US" dirty="0"/>
              <a:t>, ray – For advanced and distributed processing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0710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Code Example – Multiprocessing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9727" y="2557463"/>
            <a:ext cx="8472546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032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/>
              <a:t>Real-World Use Cases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Web scraping with multiple threads</a:t>
            </a:r>
          </a:p>
          <a:p>
            <a:r>
              <a:rPr lang="en-US" dirty="0"/>
              <a:t>Processing large log files</a:t>
            </a:r>
          </a:p>
          <a:p>
            <a:r>
              <a:rPr lang="en-US" dirty="0"/>
              <a:t>Data science with </a:t>
            </a:r>
            <a:r>
              <a:rPr lang="en-US" dirty="0" err="1"/>
              <a:t>Dask</a:t>
            </a:r>
            <a:r>
              <a:rPr lang="en-US" dirty="0"/>
              <a:t> and Pandas</a:t>
            </a:r>
          </a:p>
          <a:p>
            <a:r>
              <a:rPr lang="en-US" dirty="0"/>
              <a:t>Parallelized video encoding</a:t>
            </a:r>
          </a:p>
        </p:txBody>
      </p:sp>
    </p:spTree>
    <p:extLst>
      <p:ext uri="{BB962C8B-B14F-4D97-AF65-F5344CB8AC3E}">
        <p14:creationId xmlns:p14="http://schemas.microsoft.com/office/powerpoint/2010/main" val="765056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Creating a Python </a:t>
            </a:r>
            <a:r>
              <a:rPr lang="en-IN" b="1" dirty="0" smtClean="0"/>
              <a:t>Package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Folder </a:t>
            </a:r>
            <a:r>
              <a:rPr lang="en-IN" dirty="0" smtClean="0"/>
              <a:t>structure: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/>
              <a:t>Why packages are useful: modularity, reusability</a:t>
            </a:r>
          </a:p>
          <a:p>
            <a:endParaRPr lang="en-IN" dirty="0" smtClean="0"/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825" y="3018063"/>
            <a:ext cx="2757070" cy="2138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2621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Your Package - </a:t>
            </a:r>
            <a:r>
              <a:rPr lang="en-IN" b="1" dirty="0" err="1"/>
              <a:t>textcleaner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Purpose: Clean and preprocess </a:t>
            </a:r>
            <a:r>
              <a:rPr lang="en-US" dirty="0" smtClean="0"/>
              <a:t>raw text </a:t>
            </a:r>
          </a:p>
          <a:p>
            <a:r>
              <a:rPr lang="en-US" dirty="0" smtClean="0"/>
              <a:t>Functions: Lowercasing, </a:t>
            </a:r>
            <a:r>
              <a:rPr lang="en-US" dirty="0" err="1" smtClean="0"/>
              <a:t>Deduplication</a:t>
            </a:r>
            <a:r>
              <a:rPr lang="en-US" dirty="0" smtClean="0"/>
              <a:t>, Punctuation removal </a:t>
            </a:r>
          </a:p>
          <a:p>
            <a:r>
              <a:rPr lang="en-US" dirty="0" smtClean="0"/>
              <a:t>Modules: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cleaner.py </a:t>
            </a:r>
            <a:r>
              <a:rPr lang="en-US" dirty="0"/>
              <a:t>– Core </a:t>
            </a:r>
            <a:r>
              <a:rPr lang="en-US" dirty="0" smtClean="0"/>
              <a:t>functionality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_</a:t>
            </a:r>
            <a:r>
              <a:rPr lang="en-US" dirty="0"/>
              <a:t>init_.py – Exports functions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5075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Publishing to </a:t>
            </a:r>
            <a:r>
              <a:rPr lang="en-IN" b="1" dirty="0" err="1"/>
              <a:t>GitHub</a:t>
            </a: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295401" y="2677517"/>
            <a:ext cx="7587846" cy="3077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Git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Commands: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git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init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git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add 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git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commit -m "Initial commit"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git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remote add origin ...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git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push -u origin &lt;branch&gt;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Repo link: 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hlinkClick r:id="rId2"/>
              </a:rPr>
              <a:t>https://github.com/Sanju-49/textcleaner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91827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38</TotalTime>
  <Words>177</Words>
  <Application>Microsoft Office PowerPoint</Application>
  <PresentationFormat>Widescreen</PresentationFormat>
  <Paragraphs>45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Garamond</vt:lpstr>
      <vt:lpstr>Organic</vt:lpstr>
      <vt:lpstr>      Parallel Processing in Python &amp; Python Package Development</vt:lpstr>
      <vt:lpstr>What is Parallel Processing and Sequential Processing</vt:lpstr>
      <vt:lpstr>Why Use Parallel Processing?</vt:lpstr>
      <vt:lpstr>Python Libraries for Parallelism</vt:lpstr>
      <vt:lpstr>Code Example – Multiprocessing</vt:lpstr>
      <vt:lpstr>Real-World Use Cases </vt:lpstr>
      <vt:lpstr>Creating a Python Package</vt:lpstr>
      <vt:lpstr>Your Package - textcleaner</vt:lpstr>
      <vt:lpstr>Publishing to GitHub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Parallel Processing in Python &amp; Python Package Development</dc:title>
  <dc:creator>Microsoft account</dc:creator>
  <cp:lastModifiedBy>Microsoft account</cp:lastModifiedBy>
  <cp:revision>5</cp:revision>
  <dcterms:created xsi:type="dcterms:W3CDTF">2025-04-08T18:53:11Z</dcterms:created>
  <dcterms:modified xsi:type="dcterms:W3CDTF">2025-04-08T19:31:30Z</dcterms:modified>
</cp:coreProperties>
</file>